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Light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Space Grotesk SemiBold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  <p:embeddedFont>
      <p:font typeface="Space Grotesk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SemiBold-bold.fntdata"/><Relationship Id="rId25" Type="http://schemas.openxmlformats.org/officeDocument/2006/relationships/font" Target="fonts/SpaceGroteskSemiBold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bold.fntdata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regular.fntdata"/><Relationship Id="rId16" Type="http://schemas.openxmlformats.org/officeDocument/2006/relationships/slide" Target="slides/slide11.xml"/><Relationship Id="rId19" Type="http://schemas.openxmlformats.org/officeDocument/2006/relationships/font" Target="fonts/InterLight-italic.fntdata"/><Relationship Id="rId1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2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2857500" y="-3810000"/>
            <a:ext cx="18859500" cy="13525500"/>
            <a:chOff x="-2857500" y="-3810000"/>
            <a:chExt cx="18859500" cy="13525500"/>
          </a:xfrm>
        </p:grpSpPr>
        <p:sp>
          <p:nvSpPr>
            <p:cNvPr id="85" name="Google Shape;85;p13"/>
            <p:cNvSpPr/>
            <p:nvPr/>
          </p:nvSpPr>
          <p:spPr>
            <a:xfrm>
              <a:off x="8382000" y="-3810000"/>
              <a:ext cx="7620000" cy="76200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857500" y="4000500"/>
              <a:ext cx="5715000" cy="5715000"/>
            </a:xfrm>
            <a:prstGeom prst="ellipse">
              <a:avLst/>
            </a:prstGeom>
            <a:solidFill>
              <a:srgbClr val="3B82F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5619750" y="2000250"/>
            <a:ext cx="952500" cy="762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57250" y="2286000"/>
            <a:ext cx="10477500" cy="182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2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de Agendamento de Salas e Laboratórios</a:t>
            </a:r>
            <a:endParaRPr b="1" sz="592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381500"/>
            <a:ext cx="85725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O projeto SASL: Modernizando a gestão acadêmica com tecnologia, eficiência e foco na experiência do usuário.</a:t>
            </a:r>
            <a:endParaRPr b="0" sz="20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3803213" y="2699444"/>
            <a:ext cx="4585573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Desafio Atual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762250" y="3670994"/>
            <a:ext cx="66675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gestão manual ou descentralizada de espaços acadêmicos gera conflitos de horários, burocracia excessiva e falta de autonomia para alunos e professores.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292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81025" y="190976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Nossa plataforma foi projetada para centralizar e automatizar todo o fluxo de reservas.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26622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Autonomia: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Alunos podem solicitar agendamentos de forma rápida e intuitiva.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4623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Administradores gerenciam aprovações e cadastros em um só lugar.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42624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Transparência: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Visualização em tempo real da disponibilidade de salas e laboratórios.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50625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Segurança: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Sistema robusto de autenticação e proteção de rotas.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68128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48138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28148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5081587"/>
            <a:ext cx="104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Solução SASL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66887"/>
            <a:ext cx="34861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766887"/>
            <a:ext cx="34861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766887"/>
            <a:ext cx="34861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1574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76300" y="3157537"/>
            <a:ext cx="12501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Back-end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76300" y="3643312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Desenvolvido em PHP utilizando o framework Laravel. Garante uma arquitetura MVC limpa, rotas seguras e um robusto sistema de autenticação nativo.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1574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4648200" y="3157537"/>
            <a:ext cx="12401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48200" y="3643312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Utilização do MariaDB para gerenciamento de dados estruturados. Implementação ágil através das Migrations e Models Eloquent do Laravel.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1574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420100" y="3157537"/>
            <a:ext cx="129516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Front-end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0100" y="3643312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Prototipação de alta fidelidade desenhada no Figma, com interface focada em UX/UI, que será traduzida para código utilizando o framework Bootstrap.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23479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2512" y="23479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58225" y="234791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Tecnológica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1697"/>
            <a:ext cx="5229225" cy="394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11697"/>
            <a:ext cx="5229225" cy="394900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71550" y="2397472"/>
            <a:ext cx="46705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Back-end &amp; Banco de Dados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2968972"/>
            <a:ext cx="44481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espinha dorsal do sistema. A equipe construiu o ambiente de desenvolvimento, definiu a lógica relacional das entidades (salas, laboratórios, usuários, agendamentos) e implementou toda a camada de segurança e autenticação com maestria.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71550" y="4988272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Membros: Pedro Lucas, Esther Mota e Vinícius Santos.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72275" y="2397472"/>
            <a:ext cx="467058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Front-end &amp; Documentação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72275" y="2968972"/>
            <a:ext cx="44481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rosto do produto e suas regras. Foco na criação de uma identidade visual forte (cores, tipografia, logo) através de protótipos visuais, além da estruturação crucial do Dicionário de Dados e Regras de Negócio do sistema.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72275" y="4683472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Membros: Aline Vitória, Ana Letícia e Giovani Santos.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Squad (Desenvolvimento)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05125"/>
            <a:ext cx="522922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81025" y="4524375"/>
            <a:ext cx="52292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 do Sistema Concluída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381750" y="2505075"/>
            <a:ext cx="54906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Fundações Sólidas Estabelecidas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81750" y="2990850"/>
            <a:ext cx="522922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Nesta sprint, atingimos a marca vital de concluir 100% das tarefas relacionadas à infraestrutura lógica e de banco de dados. O projeto está rodando perfeitamente nos ambientes locais, com autenticação blindada e modelagem de dados completamente finalizada, destravando as próximas fases de código visual e fluxos operacionais.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Status da Sprint Atual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1333500" y="1287214"/>
            <a:ext cx="4619625" cy="1460896"/>
          </a:xfrm>
          <a:prstGeom prst="roundRect">
            <a:avLst>
              <a:gd fmla="val 78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238875" y="1287214"/>
            <a:ext cx="4619625" cy="1460896"/>
          </a:xfrm>
          <a:prstGeom prst="roundRect">
            <a:avLst>
              <a:gd fmla="val 78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1333500" y="3033861"/>
            <a:ext cx="4619625" cy="1460896"/>
          </a:xfrm>
          <a:prstGeom prst="roundRect">
            <a:avLst>
              <a:gd fmla="val 78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238875" y="3033861"/>
            <a:ext cx="4619625" cy="1460896"/>
          </a:xfrm>
          <a:prstGeom prst="roundRect">
            <a:avLst>
              <a:gd fmla="val 7823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333500" y="4780508"/>
            <a:ext cx="4619625" cy="1704677"/>
          </a:xfrm>
          <a:prstGeom prst="roundRect">
            <a:avLst>
              <a:gd fmla="val 6705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238875" y="4780508"/>
            <a:ext cx="4619625" cy="1704677"/>
          </a:xfrm>
          <a:prstGeom prst="roundRect">
            <a:avLst>
              <a:gd fmla="val 6705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333500" y="2738586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238875" y="2738586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333500" y="4485233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238875" y="4485233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333500" y="6475660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238875" y="6475660"/>
            <a:ext cx="46196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187955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2105025" y="1965275"/>
            <a:ext cx="3552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Projeto Laravel iniciado, .env configurado e servidor local rodando para toda a equipe.</a:t>
            </a:r>
            <a:endParaRPr/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87955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010400" y="1965275"/>
            <a:ext cx="3552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Criação e amarração relacional completa das tabelas centrais no MariaDB.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362619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2105025" y="3711922"/>
            <a:ext cx="3552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Pacote oficial instalado, rotas protegidas, criptografia de senha e fluxo de login ativado.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62619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010400" y="3711922"/>
            <a:ext cx="3552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Desenho completo das interfaces no Figma, com definição de identidade visual da plataforma.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81150" y="5494734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2105025" y="5458569"/>
            <a:ext cx="35528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Documentação clara de todas as tabelas, colunas, tipos e chaves para referência da equipe.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5494734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010400" y="5580459"/>
            <a:ext cx="3552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Definição formal de permissões (Aluno vs. Admin) e o fluxo do processo de aprovação.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81025" y="372814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Entregas da Sprint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67150"/>
            <a:ext cx="1102995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19575"/>
            <a:ext cx="2536775" cy="1401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2033" y="1884312"/>
            <a:ext cx="2536775" cy="1668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042" y="4219575"/>
            <a:ext cx="2536775" cy="1401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4050" y="2151012"/>
            <a:ext cx="2536775" cy="14018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27631" y="4419600"/>
            <a:ext cx="22435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Sprint 1 (Concluída)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81050" y="4781550"/>
            <a:ext cx="2136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 do sistema, autenticação, banco de dados e prototipação Figma.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3558640" y="2084337"/>
            <a:ext cx="2243561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Codificação Front-end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3612058" y="2712987"/>
            <a:ext cx="2136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Transformar as telas do Figma em arquivos Blade utilizando Bootstrap.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89649" y="4419600"/>
            <a:ext cx="22435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Módulo de Reservas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443067" y="4781550"/>
            <a:ext cx="2136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Desenvolvimento do CRUD de agendamentos de salas e laboratórios.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9220657" y="2351037"/>
            <a:ext cx="224356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Fluxo de Aprovação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9274075" y="2712987"/>
            <a:ext cx="2136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Implementar a lógica de análise e autorização pelos administradores.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1735112" y="3771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566121" y="3771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397129" y="3771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0228138" y="37719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Roadmap: Próximos Passos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81025" y="581025"/>
            <a:ext cx="549068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Design Centrado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no Usuário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81025" y="2956917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Nossa arquitetura não trata apenas de código robusto, mas de entregar uma experiência fluida.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81025" y="3817739"/>
            <a:ext cx="52292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Ao migrar as telas do protótipo Figma para o ambiente real, manteremos o rigor na usabilidade, garantindo que o fluxo de agendamento seja rápido e intuitivo para alunos, professores e gestão.</a:t>
            </a:r>
            <a:endParaRPr/>
          </a:p>
        </p:txBody>
      </p:sp>
      <p:pic>
        <p:nvPicPr>
          <p:cNvPr id="220" name="Google Shape;220;p21" title="Gemini_Generated_Image_mcf785mcf785mcf7.png"/>
          <p:cNvPicPr preferRelativeResize="0"/>
          <p:nvPr/>
        </p:nvPicPr>
        <p:blipFill rotWithShape="1">
          <a:blip r:embed="rId4">
            <a:alphaModFix/>
          </a:blip>
          <a:srcRect b="0" l="31196" r="31200" t="0"/>
          <a:stretch/>
        </p:blipFill>
        <p:spPr>
          <a:xfrm>
            <a:off x="7254475" y="0"/>
            <a:ext cx="4937523" cy="680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9137" y="4366170"/>
            <a:ext cx="31337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305276" y="1967805"/>
            <a:ext cx="11581447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Fim da Sprint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81025" y="3320355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rPr>
              <a:t>Prontos para codificar a interface visual.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9137" y="4680495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/>
          <p:nvPr/>
        </p:nvSpPr>
        <p:spPr>
          <a:xfrm>
            <a:off x="581025" y="300707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81025" y="3980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81025" y="39804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556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1676400" y="314994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https://static.vecteezy.com/system/resources/thumbnails/072/311/242/small_2x/abstract-network-structure-of-glowing-cyan-nodes-connected-by-lines-on-dark-teal-background-futuristic-technology-concept-photo.jpg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676400" y="359375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41" name="Google Shape;24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393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1676400" y="413280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https://images.stockcake.com/public/d/4/1/d41e1ad1-00b0-451b-8dde-c2c1e5922f4b_large/neon-dashboard-interface-stockcake.jpg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676400" y="437852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81025" y="581025"/>
            <a:ext cx="1158144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